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ECF84-CDA0-46E5-97EF-DF1B52E9370F}" v="14" dt="2026-06-17T14:48:14.218"/>
    <p1510:client id="{5DEA6521-B671-BFCC-C0FE-CF17A076F658}" v="3" dt="2026-06-17T14:17:21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24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ISSE KELLY MENESES NUNES" userId="S::gleisse.nunes@fiocruz.br::602e350f-e030-45ad-97bb-53ac71916837" providerId="AD" clId="Web-{CEF3BF38-9802-22F8-DF98-0450730B7F6E}"/>
    <pc:docChg chg="modSld">
      <pc:chgData name="GLEISSE KELLY MENESES NUNES" userId="S::gleisse.nunes@fiocruz.br::602e350f-e030-45ad-97bb-53ac71916837" providerId="AD" clId="Web-{CEF3BF38-9802-22F8-DF98-0450730B7F6E}" dt="2026-06-16T13:51:29.549" v="310" actId="20577"/>
      <pc:docMkLst>
        <pc:docMk/>
      </pc:docMkLst>
      <pc:sldChg chg="modSp">
        <pc:chgData name="GLEISSE KELLY MENESES NUNES" userId="S::gleisse.nunes@fiocruz.br::602e350f-e030-45ad-97bb-53ac71916837" providerId="AD" clId="Web-{CEF3BF38-9802-22F8-DF98-0450730B7F6E}" dt="2026-06-16T12:24:48.159" v="6" actId="20577"/>
        <pc:sldMkLst>
          <pc:docMk/>
          <pc:sldMk cId="3598178548" sldId="257"/>
        </pc:sldMkLst>
        <pc:spChg chg="mod">
          <ac:chgData name="GLEISSE KELLY MENESES NUNES" userId="S::gleisse.nunes@fiocruz.br::602e350f-e030-45ad-97bb-53ac71916837" providerId="AD" clId="Web-{CEF3BF38-9802-22F8-DF98-0450730B7F6E}" dt="2026-06-16T12:24:48.159" v="6" actId="20577"/>
          <ac:spMkLst>
            <pc:docMk/>
            <pc:sldMk cId="3598178548" sldId="257"/>
            <ac:spMk id="3" creationId="{112A34AD-CEC0-BC12-E8F6-F1664EB06B49}"/>
          </ac:spMkLst>
        </pc:spChg>
      </pc:sldChg>
      <pc:sldChg chg="modSp">
        <pc:chgData name="GLEISSE KELLY MENESES NUNES" userId="S::gleisse.nunes@fiocruz.br::602e350f-e030-45ad-97bb-53ac71916837" providerId="AD" clId="Web-{CEF3BF38-9802-22F8-DF98-0450730B7F6E}" dt="2026-06-16T13:51:29.549" v="310" actId="20577"/>
        <pc:sldMkLst>
          <pc:docMk/>
          <pc:sldMk cId="2073119460" sldId="258"/>
        </pc:sldMkLst>
        <pc:spChg chg="mod">
          <ac:chgData name="GLEISSE KELLY MENESES NUNES" userId="S::gleisse.nunes@fiocruz.br::602e350f-e030-45ad-97bb-53ac71916837" providerId="AD" clId="Web-{CEF3BF38-9802-22F8-DF98-0450730B7F6E}" dt="2026-06-16T13:51:29.549" v="310" actId="20577"/>
          <ac:spMkLst>
            <pc:docMk/>
            <pc:sldMk cId="2073119460" sldId="258"/>
            <ac:spMk id="3" creationId="{A2418BED-CEE5-2A11-5732-013511740B0C}"/>
          </ac:spMkLst>
        </pc:spChg>
      </pc:sldChg>
    </pc:docChg>
  </pc:docChgLst>
  <pc:docChgLst>
    <pc:chgData name="GLEISSE KELLY MENESES NUNES" userId="S::gleisse.nunes@fiocruz.br::602e350f-e030-45ad-97bb-53ac71916837" providerId="AD" clId="Web-{5DEA6521-B671-BFCC-C0FE-CF17A076F658}"/>
    <pc:docChg chg="modSld">
      <pc:chgData name="GLEISSE KELLY MENESES NUNES" userId="S::gleisse.nunes@fiocruz.br::602e350f-e030-45ad-97bb-53ac71916837" providerId="AD" clId="Web-{5DEA6521-B671-BFCC-C0FE-CF17A076F658}" dt="2026-06-17T14:17:21.082" v="2" actId="20577"/>
      <pc:docMkLst>
        <pc:docMk/>
      </pc:docMkLst>
      <pc:sldChg chg="modSp">
        <pc:chgData name="GLEISSE KELLY MENESES NUNES" userId="S::gleisse.nunes@fiocruz.br::602e350f-e030-45ad-97bb-53ac71916837" providerId="AD" clId="Web-{5DEA6521-B671-BFCC-C0FE-CF17A076F658}" dt="2026-06-17T14:17:21.082" v="2" actId="20577"/>
        <pc:sldMkLst>
          <pc:docMk/>
          <pc:sldMk cId="2073119460" sldId="258"/>
        </pc:sldMkLst>
        <pc:spChg chg="mod">
          <ac:chgData name="GLEISSE KELLY MENESES NUNES" userId="S::gleisse.nunes@fiocruz.br::602e350f-e030-45ad-97bb-53ac71916837" providerId="AD" clId="Web-{5DEA6521-B671-BFCC-C0FE-CF17A076F658}" dt="2026-06-17T14:17:21.082" v="2" actId="20577"/>
          <ac:spMkLst>
            <pc:docMk/>
            <pc:sldMk cId="2073119460" sldId="258"/>
            <ac:spMk id="3" creationId="{A2418BED-CEE5-2A11-5732-013511740B0C}"/>
          </ac:spMkLst>
        </pc:spChg>
      </pc:sldChg>
    </pc:docChg>
  </pc:docChgLst>
  <pc:docChgLst>
    <pc:chgData name="RENATA MAIA RIBEIRO DE BARROS BRAGA" userId="92e81d24-a99c-4a51-b2b4-1ce96b1ec7e0" providerId="ADAL" clId="{1DF73FF8-1C76-4C0E-9B46-FE0D6191FAC6}"/>
    <pc:docChg chg="undo custSel addSld delSld modSld">
      <pc:chgData name="RENATA MAIA RIBEIRO DE BARROS BRAGA" userId="92e81d24-a99c-4a51-b2b4-1ce96b1ec7e0" providerId="ADAL" clId="{1DF73FF8-1C76-4C0E-9B46-FE0D6191FAC6}" dt="2026-06-17T14:48:34.368" v="1830" actId="113"/>
      <pc:docMkLst>
        <pc:docMk/>
      </pc:docMkLst>
      <pc:sldChg chg="addSp delSp modSp mod">
        <pc:chgData name="RENATA MAIA RIBEIRO DE BARROS BRAGA" userId="92e81d24-a99c-4a51-b2b4-1ce96b1ec7e0" providerId="ADAL" clId="{1DF73FF8-1C76-4C0E-9B46-FE0D6191FAC6}" dt="2026-06-17T14:48:34.368" v="1830" actId="113"/>
        <pc:sldMkLst>
          <pc:docMk/>
          <pc:sldMk cId="3892214230" sldId="256"/>
        </pc:sldMkLst>
        <pc:spChg chg="mod">
          <ac:chgData name="RENATA MAIA RIBEIRO DE BARROS BRAGA" userId="92e81d24-a99c-4a51-b2b4-1ce96b1ec7e0" providerId="ADAL" clId="{1DF73FF8-1C76-4C0E-9B46-FE0D6191FAC6}" dt="2026-06-17T14:48:34.368" v="1830" actId="113"/>
          <ac:spMkLst>
            <pc:docMk/>
            <pc:sldMk cId="3892214230" sldId="256"/>
            <ac:spMk id="3" creationId="{EF1B798C-24CA-C366-327C-6046769499FD}"/>
          </ac:spMkLst>
        </pc:spChg>
        <pc:spChg chg="mod">
          <ac:chgData name="RENATA MAIA RIBEIRO DE BARROS BRAGA" userId="92e81d24-a99c-4a51-b2b4-1ce96b1ec7e0" providerId="ADAL" clId="{1DF73FF8-1C76-4C0E-9B46-FE0D6191FAC6}" dt="2026-06-17T14:48:14.217" v="1806" actId="6549"/>
          <ac:spMkLst>
            <pc:docMk/>
            <pc:sldMk cId="3892214230" sldId="256"/>
            <ac:spMk id="4" creationId="{448996D1-D51C-E9D4-E9D7-961E482A6714}"/>
          </ac:spMkLst>
        </pc:spChg>
        <pc:spChg chg="add mod">
          <ac:chgData name="RENATA MAIA RIBEIRO DE BARROS BRAGA" userId="92e81d24-a99c-4a51-b2b4-1ce96b1ec7e0" providerId="ADAL" clId="{1DF73FF8-1C76-4C0E-9B46-FE0D6191FAC6}" dt="2026-06-12T11:59:20.707" v="45" actId="20577"/>
          <ac:spMkLst>
            <pc:docMk/>
            <pc:sldMk cId="3892214230" sldId="256"/>
            <ac:spMk id="6" creationId="{77F240A8-69D7-8250-E446-423A0837FAD9}"/>
          </ac:spMkLst>
        </pc:spChg>
        <pc:grpChg chg="add mod">
          <ac:chgData name="RENATA MAIA RIBEIRO DE BARROS BRAGA" userId="92e81d24-a99c-4a51-b2b4-1ce96b1ec7e0" providerId="ADAL" clId="{1DF73FF8-1C76-4C0E-9B46-FE0D6191FAC6}" dt="2026-06-17T14:48:24.653" v="1829" actId="1035"/>
          <ac:grpSpMkLst>
            <pc:docMk/>
            <pc:sldMk cId="3892214230" sldId="256"/>
            <ac:grpSpMk id="12" creationId="{14D496B4-D170-19E3-D70D-AE832EEA41DD}"/>
          </ac:grpSpMkLst>
        </pc:grpChg>
        <pc:picChg chg="add mod modCrop">
          <ac:chgData name="RENATA MAIA RIBEIRO DE BARROS BRAGA" userId="92e81d24-a99c-4a51-b2b4-1ce96b1ec7e0" providerId="ADAL" clId="{1DF73FF8-1C76-4C0E-9B46-FE0D6191FAC6}" dt="2026-06-12T12:20:54.477" v="79" actId="164"/>
          <ac:picMkLst>
            <pc:docMk/>
            <pc:sldMk cId="3892214230" sldId="256"/>
            <ac:picMk id="7" creationId="{FA950BA5-1E0D-113F-1734-4DC12A247867}"/>
          </ac:picMkLst>
        </pc:picChg>
        <pc:picChg chg="add mod modCrop">
          <ac:chgData name="RENATA MAIA RIBEIRO DE BARROS BRAGA" userId="92e81d24-a99c-4a51-b2b4-1ce96b1ec7e0" providerId="ADAL" clId="{1DF73FF8-1C76-4C0E-9B46-FE0D6191FAC6}" dt="2026-06-12T12:20:54.477" v="79" actId="164"/>
          <ac:picMkLst>
            <pc:docMk/>
            <pc:sldMk cId="3892214230" sldId="256"/>
            <ac:picMk id="10" creationId="{AFB5B8BD-A6B8-5CBE-6580-101985C1EF27}"/>
          </ac:picMkLst>
        </pc:picChg>
        <pc:picChg chg="add mod modCrop">
          <ac:chgData name="RENATA MAIA RIBEIRO DE BARROS BRAGA" userId="92e81d24-a99c-4a51-b2b4-1ce96b1ec7e0" providerId="ADAL" clId="{1DF73FF8-1C76-4C0E-9B46-FE0D6191FAC6}" dt="2026-06-12T12:20:54.477" v="79" actId="164"/>
          <ac:picMkLst>
            <pc:docMk/>
            <pc:sldMk cId="3892214230" sldId="256"/>
            <ac:picMk id="11" creationId="{CDEB59B3-8C4C-CC7E-918E-975308B3A3C6}"/>
          </ac:picMkLst>
        </pc:picChg>
        <pc:picChg chg="add mod">
          <ac:chgData name="RENATA MAIA RIBEIRO DE BARROS BRAGA" userId="92e81d24-a99c-4a51-b2b4-1ce96b1ec7e0" providerId="ADAL" clId="{1DF73FF8-1C76-4C0E-9B46-FE0D6191FAC6}" dt="2026-06-12T11:31:16.898" v="6" actId="732"/>
          <ac:picMkLst>
            <pc:docMk/>
            <pc:sldMk cId="3892214230" sldId="256"/>
            <ac:picMk id="1030" creationId="{B8F88D4F-9789-9E8C-29CC-3680E755E9CE}"/>
          </ac:picMkLst>
        </pc:picChg>
      </pc:sldChg>
      <pc:sldChg chg="modSp del mod">
        <pc:chgData name="RENATA MAIA RIBEIRO DE BARROS BRAGA" userId="92e81d24-a99c-4a51-b2b4-1ce96b1ec7e0" providerId="ADAL" clId="{1DF73FF8-1C76-4C0E-9B46-FE0D6191FAC6}" dt="2026-06-17T14:46:19.937" v="1773" actId="2696"/>
        <pc:sldMkLst>
          <pc:docMk/>
          <pc:sldMk cId="3598178548" sldId="257"/>
        </pc:sldMkLst>
        <pc:spChg chg="mod">
          <ac:chgData name="RENATA MAIA RIBEIRO DE BARROS BRAGA" userId="92e81d24-a99c-4a51-b2b4-1ce96b1ec7e0" providerId="ADAL" clId="{1DF73FF8-1C76-4C0E-9B46-FE0D6191FAC6}" dt="2026-06-17T13:46:09.524" v="1663" actId="13926"/>
          <ac:spMkLst>
            <pc:docMk/>
            <pc:sldMk cId="3598178548" sldId="257"/>
            <ac:spMk id="3" creationId="{112A34AD-CEC0-BC12-E8F6-F1664EB06B49}"/>
          </ac:spMkLst>
        </pc:spChg>
      </pc:sldChg>
      <pc:sldChg chg="addSp delSp modSp mod">
        <pc:chgData name="RENATA MAIA RIBEIRO DE BARROS BRAGA" userId="92e81d24-a99c-4a51-b2b4-1ce96b1ec7e0" providerId="ADAL" clId="{1DF73FF8-1C76-4C0E-9B46-FE0D6191FAC6}" dt="2026-06-17T13:45:00.757" v="1662" actId="21"/>
        <pc:sldMkLst>
          <pc:docMk/>
          <pc:sldMk cId="2073119460" sldId="258"/>
        </pc:sldMkLst>
        <pc:spChg chg="mod">
          <ac:chgData name="RENATA MAIA RIBEIRO DE BARROS BRAGA" userId="92e81d24-a99c-4a51-b2b4-1ce96b1ec7e0" providerId="ADAL" clId="{1DF73FF8-1C76-4C0E-9B46-FE0D6191FAC6}" dt="2026-06-17T12:21:39.424" v="1012" actId="13926"/>
          <ac:spMkLst>
            <pc:docMk/>
            <pc:sldMk cId="2073119460" sldId="258"/>
            <ac:spMk id="2" creationId="{AB7F2112-E21C-1717-B430-B7D75B5103B7}"/>
          </ac:spMkLst>
        </pc:spChg>
        <pc:spChg chg="mod">
          <ac:chgData name="RENATA MAIA RIBEIRO DE BARROS BRAGA" userId="92e81d24-a99c-4a51-b2b4-1ce96b1ec7e0" providerId="ADAL" clId="{1DF73FF8-1C76-4C0E-9B46-FE0D6191FAC6}" dt="2026-06-17T13:45:00.757" v="1662" actId="21"/>
          <ac:spMkLst>
            <pc:docMk/>
            <pc:sldMk cId="2073119460" sldId="258"/>
            <ac:spMk id="3" creationId="{A2418BED-CEE5-2A11-5732-013511740B0C}"/>
          </ac:spMkLst>
        </pc:spChg>
        <pc:spChg chg="add mod">
          <ac:chgData name="RENATA MAIA RIBEIRO DE BARROS BRAGA" userId="92e81d24-a99c-4a51-b2b4-1ce96b1ec7e0" providerId="ADAL" clId="{1DF73FF8-1C76-4C0E-9B46-FE0D6191FAC6}" dt="2026-06-17T12:27:59.515" v="1174" actId="1036"/>
          <ac:spMkLst>
            <pc:docMk/>
            <pc:sldMk cId="2073119460" sldId="258"/>
            <ac:spMk id="8" creationId="{B36EA55B-62B7-1A3E-D52E-1B7A69ACE797}"/>
          </ac:spMkLst>
        </pc:spChg>
        <pc:spChg chg="add mod">
          <ac:chgData name="RENATA MAIA RIBEIRO DE BARROS BRAGA" userId="92e81d24-a99c-4a51-b2b4-1ce96b1ec7e0" providerId="ADAL" clId="{1DF73FF8-1C76-4C0E-9B46-FE0D6191FAC6}" dt="2026-06-17T12:32:19.943" v="1367" actId="1037"/>
          <ac:spMkLst>
            <pc:docMk/>
            <pc:sldMk cId="2073119460" sldId="258"/>
            <ac:spMk id="12" creationId="{8E781CEA-4EF0-A56A-615D-05A54B3594B4}"/>
          </ac:spMkLst>
        </pc:spChg>
        <pc:picChg chg="mod modCrop">
          <ac:chgData name="RENATA MAIA RIBEIRO DE BARROS BRAGA" userId="92e81d24-a99c-4a51-b2b4-1ce96b1ec7e0" providerId="ADAL" clId="{1DF73FF8-1C76-4C0E-9B46-FE0D6191FAC6}" dt="2026-06-17T12:27:59.515" v="1174" actId="1036"/>
          <ac:picMkLst>
            <pc:docMk/>
            <pc:sldMk cId="2073119460" sldId="258"/>
            <ac:picMk id="4" creationId="{E6F2C833-1585-48F7-99AD-866403549F14}"/>
          </ac:picMkLst>
        </pc:picChg>
        <pc:picChg chg="mod modCrop">
          <ac:chgData name="RENATA MAIA RIBEIRO DE BARROS BRAGA" userId="92e81d24-a99c-4a51-b2b4-1ce96b1ec7e0" providerId="ADAL" clId="{1DF73FF8-1C76-4C0E-9B46-FE0D6191FAC6}" dt="2026-06-17T12:27:59.515" v="1174" actId="1036"/>
          <ac:picMkLst>
            <pc:docMk/>
            <pc:sldMk cId="2073119460" sldId="258"/>
            <ac:picMk id="5" creationId="{15479FE7-E8C3-417B-0B31-34F5C787E202}"/>
          </ac:picMkLst>
        </pc:picChg>
        <pc:picChg chg="add del">
          <ac:chgData name="RENATA MAIA RIBEIRO DE BARROS BRAGA" userId="92e81d24-a99c-4a51-b2b4-1ce96b1ec7e0" providerId="ADAL" clId="{1DF73FF8-1C76-4C0E-9B46-FE0D6191FAC6}" dt="2026-06-17T12:09:34.365" v="760" actId="22"/>
          <ac:picMkLst>
            <pc:docMk/>
            <pc:sldMk cId="2073119460" sldId="258"/>
            <ac:picMk id="6" creationId="{674AA2F5-2144-158B-BA20-FC46D971E08C}"/>
          </ac:picMkLst>
        </pc:picChg>
        <pc:picChg chg="add del">
          <ac:chgData name="RENATA MAIA RIBEIRO DE BARROS BRAGA" userId="92e81d24-a99c-4a51-b2b4-1ce96b1ec7e0" providerId="ADAL" clId="{1DF73FF8-1C76-4C0E-9B46-FE0D6191FAC6}" dt="2026-06-17T12:09:34.365" v="760" actId="22"/>
          <ac:picMkLst>
            <pc:docMk/>
            <pc:sldMk cId="2073119460" sldId="258"/>
            <ac:picMk id="7" creationId="{2367312C-1DF3-91B3-93FD-CAD075E4647A}"/>
          </ac:picMkLst>
        </pc:picChg>
        <pc:picChg chg="mod modCrop">
          <ac:chgData name="RENATA MAIA RIBEIRO DE BARROS BRAGA" userId="92e81d24-a99c-4a51-b2b4-1ce96b1ec7e0" providerId="ADAL" clId="{1DF73FF8-1C76-4C0E-9B46-FE0D6191FAC6}" dt="2026-06-17T12:28:15.802" v="1175" actId="1076"/>
          <ac:picMkLst>
            <pc:docMk/>
            <pc:sldMk cId="2073119460" sldId="258"/>
            <ac:picMk id="9" creationId="{ADB2ED8B-4951-779B-CE09-A1234734B028}"/>
          </ac:picMkLst>
        </pc:picChg>
        <pc:picChg chg="mod modCrop">
          <ac:chgData name="RENATA MAIA RIBEIRO DE BARROS BRAGA" userId="92e81d24-a99c-4a51-b2b4-1ce96b1ec7e0" providerId="ADAL" clId="{1DF73FF8-1C76-4C0E-9B46-FE0D6191FAC6}" dt="2026-06-17T12:28:15.802" v="1175" actId="1076"/>
          <ac:picMkLst>
            <pc:docMk/>
            <pc:sldMk cId="2073119460" sldId="258"/>
            <ac:picMk id="10" creationId="{20689300-B968-D628-CC0B-AB3E9765D2B2}"/>
          </ac:picMkLst>
        </pc:picChg>
        <pc:picChg chg="mod modCrop">
          <ac:chgData name="RENATA MAIA RIBEIRO DE BARROS BRAGA" userId="92e81d24-a99c-4a51-b2b4-1ce96b1ec7e0" providerId="ADAL" clId="{1DF73FF8-1C76-4C0E-9B46-FE0D6191FAC6}" dt="2026-06-17T12:28:15.802" v="1175" actId="1076"/>
          <ac:picMkLst>
            <pc:docMk/>
            <pc:sldMk cId="2073119460" sldId="258"/>
            <ac:picMk id="11" creationId="{373CDEFB-D2E1-FBEB-0C49-23B282C43C55}"/>
          </ac:picMkLst>
        </pc:picChg>
      </pc:sldChg>
      <pc:sldChg chg="addSp delSp modSp new mod">
        <pc:chgData name="RENATA MAIA RIBEIRO DE BARROS BRAGA" userId="92e81d24-a99c-4a51-b2b4-1ce96b1ec7e0" providerId="ADAL" clId="{1DF73FF8-1C76-4C0E-9B46-FE0D6191FAC6}" dt="2026-06-17T13:14:57.646" v="1648" actId="1035"/>
        <pc:sldMkLst>
          <pc:docMk/>
          <pc:sldMk cId="106972506" sldId="259"/>
        </pc:sldMkLst>
        <pc:spChg chg="del">
          <ac:chgData name="RENATA MAIA RIBEIRO DE BARROS BRAGA" userId="92e81d24-a99c-4a51-b2b4-1ce96b1ec7e0" providerId="ADAL" clId="{1DF73FF8-1C76-4C0E-9B46-FE0D6191FAC6}" dt="2026-06-17T12:36:35.454" v="1447" actId="478"/>
          <ac:spMkLst>
            <pc:docMk/>
            <pc:sldMk cId="106972506" sldId="259"/>
            <ac:spMk id="2" creationId="{47367E14-09F6-8B62-C151-4A6CE62B31A6}"/>
          </ac:spMkLst>
        </pc:spChg>
        <pc:spChg chg="mod">
          <ac:chgData name="RENATA MAIA RIBEIRO DE BARROS BRAGA" userId="92e81d24-a99c-4a51-b2b4-1ce96b1ec7e0" providerId="ADAL" clId="{1DF73FF8-1C76-4C0E-9B46-FE0D6191FAC6}" dt="2026-06-17T13:14:57.646" v="1648" actId="1035"/>
          <ac:spMkLst>
            <pc:docMk/>
            <pc:sldMk cId="106972506" sldId="259"/>
            <ac:spMk id="3" creationId="{F30163E7-22B5-0D8D-B2CE-B7AD720B72E4}"/>
          </ac:spMkLst>
        </pc:spChg>
        <pc:spChg chg="add del">
          <ac:chgData name="RENATA MAIA RIBEIRO DE BARROS BRAGA" userId="92e81d24-a99c-4a51-b2b4-1ce96b1ec7e0" providerId="ADAL" clId="{1DF73FF8-1C76-4C0E-9B46-FE0D6191FAC6}" dt="2026-06-17T12:36:15.207" v="1444" actId="22"/>
          <ac:spMkLst>
            <pc:docMk/>
            <pc:sldMk cId="106972506" sldId="259"/>
            <ac:spMk id="5" creationId="{B6D88DA3-36A4-7D14-06DA-4B9762C87726}"/>
          </ac:spMkLst>
        </pc:spChg>
        <pc:picChg chg="add mod">
          <ac:chgData name="RENATA MAIA RIBEIRO DE BARROS BRAGA" userId="92e81d24-a99c-4a51-b2b4-1ce96b1ec7e0" providerId="ADAL" clId="{1DF73FF8-1C76-4C0E-9B46-FE0D6191FAC6}" dt="2026-06-17T13:11:58.898" v="1605" actId="14100"/>
          <ac:picMkLst>
            <pc:docMk/>
            <pc:sldMk cId="106972506" sldId="259"/>
            <ac:picMk id="6" creationId="{20BBD995-255F-E065-DCAA-77487F97C802}"/>
          </ac:picMkLst>
        </pc:picChg>
        <pc:picChg chg="add mod">
          <ac:chgData name="RENATA MAIA RIBEIRO DE BARROS BRAGA" userId="92e81d24-a99c-4a51-b2b4-1ce96b1ec7e0" providerId="ADAL" clId="{1DF73FF8-1C76-4C0E-9B46-FE0D6191FAC6}" dt="2026-06-17T13:13:37.372" v="1630" actId="1076"/>
          <ac:picMkLst>
            <pc:docMk/>
            <pc:sldMk cId="106972506" sldId="259"/>
            <ac:picMk id="7" creationId="{3D6BD892-9BA6-D31D-A8EB-2DDC595FF187}"/>
          </ac:picMkLst>
        </pc:picChg>
      </pc:sldChg>
      <pc:sldChg chg="addSp delSp modSp new mod">
        <pc:chgData name="RENATA MAIA RIBEIRO DE BARROS BRAGA" userId="92e81d24-a99c-4a51-b2b4-1ce96b1ec7e0" providerId="ADAL" clId="{1DF73FF8-1C76-4C0E-9B46-FE0D6191FAC6}" dt="2026-06-17T14:47:01.054" v="1795" actId="14100"/>
        <pc:sldMkLst>
          <pc:docMk/>
          <pc:sldMk cId="2995461904" sldId="260"/>
        </pc:sldMkLst>
        <pc:spChg chg="del">
          <ac:chgData name="RENATA MAIA RIBEIRO DE BARROS BRAGA" userId="92e81d24-a99c-4a51-b2b4-1ce96b1ec7e0" providerId="ADAL" clId="{1DF73FF8-1C76-4C0E-9B46-FE0D6191FAC6}" dt="2026-06-17T13:54:29.208" v="1669" actId="478"/>
          <ac:spMkLst>
            <pc:docMk/>
            <pc:sldMk cId="2995461904" sldId="260"/>
            <ac:spMk id="2" creationId="{4D64EAA5-0956-ADC2-3792-32DB1CA27B50}"/>
          </ac:spMkLst>
        </pc:spChg>
        <pc:spChg chg="mod">
          <ac:chgData name="RENATA MAIA RIBEIRO DE BARROS BRAGA" userId="92e81d24-a99c-4a51-b2b4-1ce96b1ec7e0" providerId="ADAL" clId="{1DF73FF8-1C76-4C0E-9B46-FE0D6191FAC6}" dt="2026-06-17T14:47:01.054" v="1795" actId="14100"/>
          <ac:spMkLst>
            <pc:docMk/>
            <pc:sldMk cId="2995461904" sldId="260"/>
            <ac:spMk id="3" creationId="{18EE35F7-30FF-32BF-0582-F41E295C49B8}"/>
          </ac:spMkLst>
        </pc:spChg>
        <pc:spChg chg="add del">
          <ac:chgData name="RENATA MAIA RIBEIRO DE BARROS BRAGA" userId="92e81d24-a99c-4a51-b2b4-1ce96b1ec7e0" providerId="ADAL" clId="{1DF73FF8-1C76-4C0E-9B46-FE0D6191FAC6}" dt="2026-06-17T13:54:19.675" v="1666" actId="22"/>
          <ac:spMkLst>
            <pc:docMk/>
            <pc:sldMk cId="2995461904" sldId="260"/>
            <ac:spMk id="5" creationId="{8B7C123D-BBFE-96BD-4494-31EB72A9E67B}"/>
          </ac:spMkLst>
        </pc:spChg>
        <pc:spChg chg="add mod">
          <ac:chgData name="RENATA MAIA RIBEIRO DE BARROS BRAGA" userId="92e81d24-a99c-4a51-b2b4-1ce96b1ec7e0" providerId="ADAL" clId="{1DF73FF8-1C76-4C0E-9B46-FE0D6191FAC6}" dt="2026-06-17T14:46:56.144" v="1794" actId="403"/>
          <ac:spMkLst>
            <pc:docMk/>
            <pc:sldMk cId="2995461904" sldId="260"/>
            <ac:spMk id="7" creationId="{E7355516-94AE-200F-8C79-31E3E63994C1}"/>
          </ac:spMkLst>
        </pc:spChg>
      </pc:sldChg>
    </pc:docChg>
  </pc:docChgLst>
  <pc:docChgLst>
    <pc:chgData name="GLEISSE KELLY MENESES NUNES" userId="S::gleisse.nunes@fiocruz.br::602e350f-e030-45ad-97bb-53ac71916837" providerId="AD" clId="Web-{42BEE6E7-F291-31F6-79FB-FEE812958352}"/>
    <pc:docChg chg="modSld">
      <pc:chgData name="GLEISSE KELLY MENESES NUNES" userId="S::gleisse.nunes@fiocruz.br::602e350f-e030-45ad-97bb-53ac71916837" providerId="AD" clId="Web-{42BEE6E7-F291-31F6-79FB-FEE812958352}" dt="2026-06-16T14:38:34.276" v="628" actId="20577"/>
      <pc:docMkLst>
        <pc:docMk/>
      </pc:docMkLst>
      <pc:sldChg chg="modSp">
        <pc:chgData name="GLEISSE KELLY MENESES NUNES" userId="S::gleisse.nunes@fiocruz.br::602e350f-e030-45ad-97bb-53ac71916837" providerId="AD" clId="Web-{42BEE6E7-F291-31F6-79FB-FEE812958352}" dt="2026-06-16T14:13:37.526" v="443" actId="20577"/>
        <pc:sldMkLst>
          <pc:docMk/>
          <pc:sldMk cId="3598178548" sldId="257"/>
        </pc:sldMkLst>
        <pc:spChg chg="mod">
          <ac:chgData name="GLEISSE KELLY MENESES NUNES" userId="S::gleisse.nunes@fiocruz.br::602e350f-e030-45ad-97bb-53ac71916837" providerId="AD" clId="Web-{42BEE6E7-F291-31F6-79FB-FEE812958352}" dt="2026-06-16T14:13:37.526" v="443" actId="20577"/>
          <ac:spMkLst>
            <pc:docMk/>
            <pc:sldMk cId="3598178548" sldId="257"/>
            <ac:spMk id="3" creationId="{112A34AD-CEC0-BC12-E8F6-F1664EB06B49}"/>
          </ac:spMkLst>
        </pc:spChg>
      </pc:sldChg>
      <pc:sldChg chg="modSp">
        <pc:chgData name="GLEISSE KELLY MENESES NUNES" userId="S::gleisse.nunes@fiocruz.br::602e350f-e030-45ad-97bb-53ac71916837" providerId="AD" clId="Web-{42BEE6E7-F291-31F6-79FB-FEE812958352}" dt="2026-06-16T14:38:34.276" v="628" actId="20577"/>
        <pc:sldMkLst>
          <pc:docMk/>
          <pc:sldMk cId="2073119460" sldId="258"/>
        </pc:sldMkLst>
        <pc:spChg chg="mod">
          <ac:chgData name="GLEISSE KELLY MENESES NUNES" userId="S::gleisse.nunes@fiocruz.br::602e350f-e030-45ad-97bb-53ac71916837" providerId="AD" clId="Web-{42BEE6E7-F291-31F6-79FB-FEE812958352}" dt="2026-06-16T14:38:34.276" v="628" actId="20577"/>
          <ac:spMkLst>
            <pc:docMk/>
            <pc:sldMk cId="2073119460" sldId="258"/>
            <ac:spMk id="3" creationId="{A2418BED-CEE5-2A11-5732-013511740B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61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12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9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6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95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99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27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568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29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2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89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D2A47-543C-4177-8AA0-9AC244D0CB6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3499F-A8D2-480D-BE4C-36E15E36D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31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hyperlink" Target="https://leb.ufes.br/pt-br/niede-guid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youtu.be/--4En5z8Xh8?si=ozoB3hvPL_CsJ-p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F1B798C-24CA-C366-327C-604676949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98" y="173533"/>
            <a:ext cx="3697876" cy="931366"/>
          </a:xfrm>
        </p:spPr>
        <p:txBody>
          <a:bodyPr>
            <a:normAutofit/>
          </a:bodyPr>
          <a:lstStyle/>
          <a:p>
            <a:pPr algn="l"/>
            <a:r>
              <a:rPr lang="pt-BR" sz="3200" b="1" dirty="0">
                <a:solidFill>
                  <a:srgbClr val="FF0000"/>
                </a:solidFill>
              </a:rPr>
              <a:t>Frente</a:t>
            </a:r>
          </a:p>
          <a:p>
            <a:pPr algn="l"/>
            <a:endParaRPr lang="pt-BR" sz="3200" b="1" dirty="0">
              <a:solidFill>
                <a:srgbClr val="FF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8996D1-D51C-E9D4-E9D7-961E482A6714}"/>
              </a:ext>
            </a:extLst>
          </p:cNvPr>
          <p:cNvSpPr txBox="1"/>
          <p:nvPr/>
        </p:nvSpPr>
        <p:spPr>
          <a:xfrm>
            <a:off x="530195" y="7442206"/>
            <a:ext cx="5518976" cy="48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723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wline"/>
            </a:endParaRPr>
          </a:p>
          <a:p>
            <a:pPr algn="just"/>
            <a:r>
              <a:rPr lang="pt-BR" b="1" dirty="0"/>
              <a:t>"Eu passo o presente procurando o passado”</a:t>
            </a:r>
            <a:r>
              <a:rPr lang="pt-BR" dirty="0"/>
              <a:t>.</a:t>
            </a:r>
            <a:endParaRPr lang="pt-BR" sz="723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8F88D4F-9789-9E8C-29CC-3680E755E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64"/>
          <a:stretch>
            <a:fillRect/>
          </a:stretch>
        </p:blipFill>
        <p:spPr bwMode="auto">
          <a:xfrm>
            <a:off x="266700" y="1479096"/>
            <a:ext cx="4631871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7F240A8-69D7-8250-E446-423A0837FAD9}"/>
              </a:ext>
            </a:extLst>
          </p:cNvPr>
          <p:cNvSpPr txBox="1"/>
          <p:nvPr/>
        </p:nvSpPr>
        <p:spPr>
          <a:xfrm>
            <a:off x="266700" y="6253843"/>
            <a:ext cx="4239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Dra. </a:t>
            </a:r>
            <a:r>
              <a:rPr lang="pt-BR" err="1"/>
              <a:t>Niède</a:t>
            </a:r>
            <a:r>
              <a:rPr lang="pt-BR"/>
              <a:t> </a:t>
            </a:r>
            <a:r>
              <a:rPr lang="pt-BR" err="1"/>
              <a:t>Guidon</a:t>
            </a:r>
            <a:endParaRPr lang="pt-BR"/>
          </a:p>
          <a:p>
            <a:r>
              <a:rPr lang="pt-BR"/>
              <a:t>Arqueóloga</a:t>
            </a:r>
          </a:p>
          <a:p>
            <a:r>
              <a:rPr lang="pt-BR"/>
              <a:t>1973-2025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4D496B4-D170-19E3-D70D-AE832EEA41DD}"/>
              </a:ext>
            </a:extLst>
          </p:cNvPr>
          <p:cNvGrpSpPr/>
          <p:nvPr/>
        </p:nvGrpSpPr>
        <p:grpSpPr>
          <a:xfrm>
            <a:off x="530195" y="8428298"/>
            <a:ext cx="2052440" cy="1082078"/>
            <a:chOff x="530195" y="9238196"/>
            <a:chExt cx="2052440" cy="108207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A950BA5-1E0D-113F-1734-4DC12A247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4601"/>
            <a:stretch>
              <a:fillRect/>
            </a:stretch>
          </p:blipFill>
          <p:spPr>
            <a:xfrm>
              <a:off x="541081" y="9238196"/>
              <a:ext cx="2041554" cy="265033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AFB5B8BD-A6B8-5CBE-6580-101985C1E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9759" b="32230"/>
            <a:stretch>
              <a:fillRect/>
            </a:stretch>
          </p:blipFill>
          <p:spPr>
            <a:xfrm>
              <a:off x="530195" y="9503229"/>
              <a:ext cx="2041554" cy="482106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DEB59B3-8C4C-CC7E-918E-975308B3A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4601"/>
            <a:stretch>
              <a:fillRect/>
            </a:stretch>
          </p:blipFill>
          <p:spPr>
            <a:xfrm>
              <a:off x="530195" y="10055241"/>
              <a:ext cx="2041554" cy="2650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221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EE35F7-30FF-32BF-0582-F41E295C4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74" y="748451"/>
            <a:ext cx="5915025" cy="76055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endParaRPr lang="pt-BR" sz="1500" b="1" dirty="0"/>
          </a:p>
          <a:p>
            <a:pPr marL="0" indent="0" algn="just">
              <a:buNone/>
            </a:pPr>
            <a:r>
              <a:rPr lang="pt-BR" sz="1500" b="1" dirty="0"/>
              <a:t>Biografia</a:t>
            </a:r>
          </a:p>
          <a:p>
            <a:pPr marL="0" indent="0" algn="just">
              <a:buNone/>
            </a:pPr>
            <a:r>
              <a:rPr lang="pt-BR" sz="1500" dirty="0"/>
              <a:t>A CPFERA teve como parceira, uma grande cientista, Dra. </a:t>
            </a:r>
            <a:r>
              <a:rPr lang="pt-BR" sz="1500" dirty="0" err="1"/>
              <a:t>Niède</a:t>
            </a:r>
            <a:r>
              <a:rPr lang="pt-BR" sz="1500" dirty="0"/>
              <a:t> </a:t>
            </a:r>
            <a:r>
              <a:rPr lang="pt-BR" sz="1500" dirty="0" err="1"/>
              <a:t>Guidon</a:t>
            </a:r>
            <a:r>
              <a:rPr lang="pt-BR" sz="1500" dirty="0"/>
              <a:t>. Graduada em História Natural (USP) e especialista em Arqueologia (</a:t>
            </a:r>
            <a:r>
              <a:rPr lang="pt-BR" sz="1500" dirty="0" err="1"/>
              <a:t>Université</a:t>
            </a:r>
            <a:r>
              <a:rPr lang="pt-BR" sz="1500" dirty="0"/>
              <a:t> de Paris), desde 1973 se dedicou à pesquisa arqueológica no Piauí. Dirigiu a 1ª Missão Arqueológica Franco-brasileira, buscando vestígios ancestrais na América.  Reconhecia coprólitos nas escavações, coletava e enviava para a CPFERA. </a:t>
            </a:r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1500" b="1" dirty="0"/>
              <a:t>Trajetória científica</a:t>
            </a:r>
            <a:endParaRPr lang="pt-BR" sz="1500" dirty="0"/>
          </a:p>
          <a:p>
            <a:pPr marL="0" indent="0" algn="just">
              <a:buNone/>
            </a:pPr>
            <a:r>
              <a:rPr lang="pt-BR" sz="1500" dirty="0" err="1"/>
              <a:t>Niède</a:t>
            </a:r>
            <a:r>
              <a:rPr lang="pt-BR" sz="1500" dirty="0"/>
              <a:t> encontrou vestígios humanos pré-históricos mais antigos já registrados, revolucionando a Ciência com uma hipótese alternativa sobre a chegada do homem nas Américas, contrariando a corrente tradicional que defende a entrada pelo Estreito de Bering. </a:t>
            </a:r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1500" b="1" dirty="0"/>
              <a:t>Contribuições e legado</a:t>
            </a:r>
          </a:p>
          <a:p>
            <a:pPr marL="0" indent="0" algn="just">
              <a:buNone/>
            </a:pPr>
            <a:r>
              <a:rPr lang="pt-BR" sz="1500" dirty="0" err="1"/>
              <a:t>Niède</a:t>
            </a:r>
            <a:r>
              <a:rPr lang="pt-BR" sz="1500" dirty="0"/>
              <a:t> mapeou mais de mil sítios arqueológicos. Suas pesquisas auxiliaram a criação do Parque Nacional Serra da Capivara (1979), atualmente Patrimônio Cultural da Humanidade pela Unesco. Criou a Fundação Museu do Homem Americano – </a:t>
            </a:r>
            <a:r>
              <a:rPr lang="pt-BR" sz="1500" dirty="0" err="1"/>
              <a:t>Fumdham</a:t>
            </a:r>
            <a:r>
              <a:rPr lang="pt-BR" sz="1500" dirty="0"/>
              <a:t>, que abriga o Museu do Homem Americano e o Museu da Natureza. </a:t>
            </a:r>
          </a:p>
          <a:p>
            <a:pPr marL="0" indent="0" algn="just">
              <a:buNone/>
            </a:pPr>
            <a:endParaRPr lang="pt-BR" sz="1500" dirty="0"/>
          </a:p>
          <a:p>
            <a:pPr marL="0" indent="0" algn="just">
              <a:buNone/>
            </a:pPr>
            <a:r>
              <a:rPr lang="pt-BR" sz="1500" b="1" dirty="0"/>
              <a:t>Por que ela inspira?</a:t>
            </a:r>
            <a:endParaRPr lang="pt-BR" sz="1500" dirty="0"/>
          </a:p>
          <a:p>
            <a:pPr marL="0" indent="0" algn="just">
              <a:buNone/>
            </a:pPr>
            <a:r>
              <a:rPr lang="pt-BR" sz="1500" dirty="0" err="1"/>
              <a:t>Niède</a:t>
            </a:r>
            <a:r>
              <a:rPr lang="pt-BR" sz="1500" dirty="0"/>
              <a:t> compreendeu que a melhor forma de proteger o patrimônio natural e histórico, é pelo desenvolvimento socioeconômico da região, profissionalizando e mobilizando toda a comunidade local em torno da valorização dessa rica herança histórica e cultural.</a:t>
            </a:r>
          </a:p>
          <a:p>
            <a:pPr algn="just"/>
            <a:endParaRPr lang="pt-BR" sz="15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355516-94AE-200F-8C79-31E3E63994C1}"/>
              </a:ext>
            </a:extLst>
          </p:cNvPr>
          <p:cNvSpPr txBox="1"/>
          <p:nvPr/>
        </p:nvSpPr>
        <p:spPr>
          <a:xfrm>
            <a:off x="470263" y="163677"/>
            <a:ext cx="3431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3200" b="1" dirty="0">
                <a:solidFill>
                  <a:srgbClr val="FF0000"/>
                </a:solidFill>
              </a:rPr>
              <a:t>Verso</a:t>
            </a:r>
          </a:p>
        </p:txBody>
      </p:sp>
    </p:spTree>
    <p:extLst>
      <p:ext uri="{BB962C8B-B14F-4D97-AF65-F5344CB8AC3E}">
        <p14:creationId xmlns:p14="http://schemas.microsoft.com/office/powerpoint/2010/main" val="299546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F2112-E21C-1717-B430-B7D75B51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55" y="-151184"/>
            <a:ext cx="5915025" cy="884649"/>
          </a:xfrm>
        </p:spPr>
        <p:txBody>
          <a:bodyPr>
            <a:normAutofit/>
          </a:bodyPr>
          <a:lstStyle/>
          <a:p>
            <a:r>
              <a:rPr lang="pt-BR" sz="1600" dirty="0">
                <a:highlight>
                  <a:srgbClr val="FFFF00"/>
                </a:highlight>
              </a:rPr>
              <a:t>Para acrescentar no QR </a:t>
            </a:r>
            <a:r>
              <a:rPr lang="pt-BR" sz="1600" dirty="0" err="1">
                <a:highlight>
                  <a:srgbClr val="FFFF00"/>
                </a:highlight>
              </a:rPr>
              <a:t>Code</a:t>
            </a:r>
            <a:r>
              <a:rPr lang="pt-BR" sz="1600" dirty="0">
                <a:highlight>
                  <a:srgbClr val="FFFF00"/>
                </a:highlight>
              </a:rPr>
              <a:t>:</a:t>
            </a:r>
            <a:br>
              <a:rPr lang="pt-BR" sz="1600" dirty="0"/>
            </a:br>
            <a:endParaRPr lang="pt-BR" sz="1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18BED-CEE5-2A11-5732-013511740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16" y="467876"/>
            <a:ext cx="6133850" cy="85639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 sz="1200" dirty="0"/>
              <a:t>A Coleção </a:t>
            </a:r>
            <a:r>
              <a:rPr lang="pt-BR" sz="1200"/>
              <a:t>Paleoparasitológica</a:t>
            </a:r>
            <a:r>
              <a:rPr lang="pt-BR" sz="1200" dirty="0"/>
              <a:t> e de Fezes Recentes de Animais (CPFERA) é uma coleção peculiar, que reúne materiais diversos como coprólitos (fezes fossilizadas), sedimentos de sítios arqueológicos e de urnas funerárias, cabelos, ossos, múmias, fezes de animais e outros importantes componentes que podem ser utilizados em estudos de diferentes naturezas. </a:t>
            </a:r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endParaRPr lang="pt-BR" sz="1200"/>
          </a:p>
          <a:p>
            <a:pPr marL="0" indent="0" algn="just">
              <a:buNone/>
            </a:pPr>
            <a:r>
              <a:rPr lang="pt-BR" sz="1200" dirty="0"/>
              <a:t>Nesse material é possível encontrar estruturas microscópicas, como ovos e larvas de helmintos, grãos de pólen, protozoários, esporos de fungos, entre outros achados de grande relevância para a Ciência. Assim, o acervo é constituído de elementos únicos e irrecuperáveis de épocas passadas, que podem ajudar a compreender a história das doenças do passado ao presente, a distribuição de espécies de parasitos e hospedeiros e suas vias de dispersão, relações ecológicas e culturais, além de estudos </a:t>
            </a:r>
            <a:r>
              <a:rPr lang="pt-BR" sz="1200"/>
              <a:t>paleoepidemiológicos</a:t>
            </a:r>
            <a:r>
              <a:rPr lang="pt-BR" sz="1200" dirty="0"/>
              <a:t> e modelos de previsão de ocorrência de doenças no futuro, a partir de inferências das transformações ambientais e climáticas</a:t>
            </a:r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r>
              <a:rPr lang="pt-BR" sz="1200" dirty="0"/>
              <a:t> A CPFERA teve dentre seus diversos parceiros, um ícone da arqueologia brasileira, Dra. </a:t>
            </a:r>
            <a:r>
              <a:rPr lang="pt-BR" sz="1200"/>
              <a:t>Niède</a:t>
            </a:r>
            <a:r>
              <a:rPr lang="pt-BR" sz="1200" dirty="0"/>
              <a:t> </a:t>
            </a:r>
            <a:r>
              <a:rPr lang="pt-BR" sz="1200"/>
              <a:t>Guidon</a:t>
            </a:r>
            <a:r>
              <a:rPr lang="pt-BR" sz="1200" dirty="0"/>
              <a:t>. Grande parte </a:t>
            </a:r>
            <a:r>
              <a:rPr lang="pt-BR" sz="1200"/>
              <a:t>do</a:t>
            </a:r>
            <a:r>
              <a:rPr lang="pt-BR" sz="1200" dirty="0"/>
              <a:t> acervo da Coleção veio das escavações realizadas na região do Piauí, liderados por ela, que com vasta expertise, reconhecia, coletava e direcionava coprólitos para a coleção. </a:t>
            </a:r>
          </a:p>
          <a:p>
            <a:pPr marL="0" indent="0" algn="just">
              <a:buNone/>
            </a:pPr>
            <a:r>
              <a:rPr lang="pt-BR" sz="1200" dirty="0"/>
              <a:t>Faleceu em junho de 2025. Formada em História Natural pela USP e especializada em Arqueologia pela </a:t>
            </a:r>
            <a:r>
              <a:rPr lang="pt-BR" sz="1200"/>
              <a:t>Université</a:t>
            </a:r>
            <a:r>
              <a:rPr lang="pt-BR" sz="1200" dirty="0"/>
              <a:t> de Paris, desde 1973 dedicou sua vida à preservação e pesquisa arqueológica na região de São Raimundo Nonato, no Piauí. Na ocasião, foi diretora responsável pela 1ª missão arqueológica franco-brasileira voltada para busca de vestígios ancestrais na América. </a:t>
            </a:r>
          </a:p>
          <a:p>
            <a:pPr marL="0" indent="0" algn="just">
              <a:buNone/>
            </a:pPr>
            <a:r>
              <a:rPr lang="pt-BR" sz="1200" dirty="0"/>
              <a:t>As dificuldades associadas à ausência de infraestrutura e ao acesso local denotam a fortaleza que </a:t>
            </a:r>
            <a:r>
              <a:rPr lang="pt-BR" sz="1200"/>
              <a:t>Niède</a:t>
            </a:r>
            <a:r>
              <a:rPr lang="pt-BR" sz="1200" dirty="0"/>
              <a:t> sempre foi. Em uma entrevista comentou a respeito: “tínhamos de andar, às vezes, 50 quilômetros carregando tudo”. Outro episódio marcante que ilustra sua força e determinação diante dos desafios é relatado a seguir: "Não dava para ver o fundo daquele buraco, aberto na pedra, no alto sertão nordestino. Por certo que há dezenas de milhares de anos ninguém entrava ali, se é que algum dia alguém tinha entrado. Ela se pendurou numa corda e desceu, desceu, desceu 120 metros. A primeira coisa que encontrou lá embaixo, na caverna, foi o esqueleto de um tigre de dentes de sabre de, no mínimo, onze mil anos de idade. Subindo de volta, um enxame de abelhas que perturbava na descida a atacou, foram várias ferroadas. Não havia medicação disponível, poderia haver reação alérgica grave; se resistisse a noite inteira, teria chances de sobreviver. Os companheiros de expedição não conseguiram dormir, até que às cinco da manhã ela abre os olhos e diz, animadinha: "Vamos voltar lá agora!". Por esse destemor a chamam de onça (Fonte </a:t>
            </a:r>
            <a:r>
              <a:rPr lang="pt-BR" sz="1200" dirty="0">
                <a:hlinkClick r:id="rId2"/>
              </a:rPr>
              <a:t>https://leb.ufes.br/</a:t>
            </a:r>
            <a:r>
              <a:rPr lang="pt-BR" sz="1200">
                <a:hlinkClick r:id="rId2"/>
              </a:rPr>
              <a:t>pt-br</a:t>
            </a:r>
            <a:r>
              <a:rPr lang="pt-BR" sz="1200" dirty="0">
                <a:hlinkClick r:id="rId2"/>
              </a:rPr>
              <a:t>/</a:t>
            </a:r>
            <a:r>
              <a:rPr lang="pt-BR" sz="1200">
                <a:hlinkClick r:id="rId2"/>
              </a:rPr>
              <a:t>niede-guidon</a:t>
            </a:r>
            <a:r>
              <a:rPr lang="pt-BR" sz="1200" dirty="0"/>
              <a:t>). </a:t>
            </a:r>
            <a:r>
              <a:rPr lang="pt-BR" sz="1200" dirty="0">
                <a:solidFill>
                  <a:srgbClr val="404040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pt-BR" sz="1200" dirty="0"/>
              <a:t>Recebeu diversas homenagens em vida, inclusive de pesquisadores nomeando diferentes espécies em referência ao seu nome (aranha venenosa- </a:t>
            </a:r>
            <a:r>
              <a:rPr lang="pt-BR" sz="1200" i="1"/>
              <a:t>Loxosceles</a:t>
            </a:r>
            <a:r>
              <a:rPr lang="pt-BR" sz="1200" i="1" dirty="0"/>
              <a:t> </a:t>
            </a:r>
            <a:r>
              <a:rPr lang="pt-BR" sz="1200" i="1"/>
              <a:t>niedeguidonae</a:t>
            </a:r>
            <a:r>
              <a:rPr lang="pt-BR" sz="1200" dirty="0"/>
              <a:t>,  pássaro </a:t>
            </a:r>
            <a:r>
              <a:rPr lang="pt-BR" sz="1200" i="1"/>
              <a:t>Sakesphoroides</a:t>
            </a:r>
            <a:r>
              <a:rPr lang="pt-BR" sz="1200" i="1" dirty="0"/>
              <a:t> </a:t>
            </a:r>
            <a:r>
              <a:rPr lang="pt-BR" sz="1200" i="1"/>
              <a:t>niedeguidonae</a:t>
            </a:r>
            <a:r>
              <a:rPr lang="pt-BR" sz="1200" dirty="0"/>
              <a:t> </a:t>
            </a:r>
            <a:r>
              <a:rPr lang="pt-BR" sz="1200" dirty="0">
                <a:ea typeface="+mn-lt"/>
                <a:cs typeface="+mn-lt"/>
              </a:rPr>
              <a:t> e  planta </a:t>
            </a:r>
            <a:r>
              <a:rPr lang="pt-BR" sz="1200" i="1">
                <a:ea typeface="+mn-lt"/>
                <a:cs typeface="+mn-lt"/>
              </a:rPr>
              <a:t>Machaerium</a:t>
            </a:r>
            <a:r>
              <a:rPr lang="pt-BR" sz="1200" i="1" dirty="0">
                <a:ea typeface="+mn-lt"/>
                <a:cs typeface="+mn-lt"/>
              </a:rPr>
              <a:t> </a:t>
            </a:r>
            <a:r>
              <a:rPr lang="pt-BR" sz="1200" i="1">
                <a:ea typeface="+mn-lt"/>
                <a:cs typeface="+mn-lt"/>
              </a:rPr>
              <a:t>guidone</a:t>
            </a:r>
            <a:r>
              <a:rPr lang="pt-BR" sz="1200" dirty="0">
                <a:ea typeface="+mn-lt"/>
                <a:cs typeface="+mn-lt"/>
              </a:rPr>
              <a:t>).</a:t>
            </a:r>
            <a:endParaRPr lang="pt-BR" sz="1200" dirty="0"/>
          </a:p>
          <a:p>
            <a:pPr marL="0" indent="0" algn="just">
              <a:buNone/>
            </a:pPr>
            <a:r>
              <a:rPr lang="pt-BR" sz="1200" b="1">
                <a:ea typeface="+mn-lt"/>
                <a:cs typeface="+mn-lt"/>
              </a:rPr>
              <a:t>Niedemys</a:t>
            </a:r>
            <a:r>
              <a:rPr lang="pt-BR" sz="1200" b="1" dirty="0">
                <a:ea typeface="+mn-lt"/>
                <a:cs typeface="+mn-lt"/>
              </a:rPr>
              <a:t> </a:t>
            </a:r>
            <a:r>
              <a:rPr lang="pt-BR" sz="1200" b="1">
                <a:ea typeface="+mn-lt"/>
                <a:cs typeface="+mn-lt"/>
              </a:rPr>
              <a:t>piauiensis</a:t>
            </a:r>
            <a:r>
              <a:rPr lang="pt-BR" sz="1200" b="1" dirty="0">
                <a:ea typeface="+mn-lt"/>
                <a:cs typeface="+mn-lt"/>
              </a:rPr>
              <a:t> </a:t>
            </a:r>
            <a:r>
              <a:rPr lang="pt-BR" sz="1200" b="1">
                <a:ea typeface="+mn-lt"/>
                <a:cs typeface="+mn-lt"/>
              </a:rPr>
              <a:t>caviomorfo</a:t>
            </a:r>
            <a:r>
              <a:rPr lang="pt-BR" sz="1200" b="1" dirty="0">
                <a:ea typeface="+mn-lt"/>
                <a:cs typeface="+mn-lt"/>
              </a:rPr>
              <a:t> extinto</a:t>
            </a:r>
            <a:endParaRPr lang="pt-BR" sz="1200" dirty="0"/>
          </a:p>
          <a:p>
            <a:pPr marL="0" indent="0" algn="just">
              <a:buNone/>
            </a:pPr>
            <a:r>
              <a:rPr lang="pt-BR" sz="1200" dirty="0"/>
              <a:t> </a:t>
            </a:r>
          </a:p>
          <a:p>
            <a:pPr algn="just" fontAlgn="base"/>
            <a:endParaRPr lang="pt-BR" sz="1200" dirty="0"/>
          </a:p>
          <a:p>
            <a:pPr marL="0" indent="0" algn="just" fontAlgn="base">
              <a:buNone/>
            </a:pPr>
            <a:endParaRPr lang="pt-BR" sz="1200" dirty="0"/>
          </a:p>
          <a:p>
            <a:pPr marL="0" indent="0" algn="just" fontAlgn="base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</p:txBody>
      </p:sp>
      <p:pic>
        <p:nvPicPr>
          <p:cNvPr id="4" name="Imagem 3" descr="Linha do tempo&#10;&#10;Descrição gerada automaticamente com confiança média">
            <a:extLst>
              <a:ext uri="{FF2B5EF4-FFF2-40B4-BE49-F238E27FC236}">
                <a16:creationId xmlns:a16="http://schemas.microsoft.com/office/drawing/2014/main" id="{E6F2C833-1585-48F7-99AD-866403549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5" t="14445" r="14330"/>
          <a:stretch>
            <a:fillRect/>
          </a:stretch>
        </p:blipFill>
        <p:spPr>
          <a:xfrm>
            <a:off x="395905" y="1531461"/>
            <a:ext cx="2880000" cy="1655605"/>
          </a:xfrm>
          <a:prstGeom prst="rect">
            <a:avLst/>
          </a:prstGeom>
        </p:spPr>
      </p:pic>
      <p:pic>
        <p:nvPicPr>
          <p:cNvPr id="5" name="Imagem 4" descr="Tela de computado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15479FE7-E8C3-417B-0B31-34F5C787E2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01" t="11688" b="10389"/>
          <a:stretch>
            <a:fillRect/>
          </a:stretch>
        </p:blipFill>
        <p:spPr>
          <a:xfrm rot="5400000">
            <a:off x="4106555" y="924189"/>
            <a:ext cx="1764000" cy="287014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36EA55B-62B7-1A3E-D52E-1B7A69ACE797}"/>
              </a:ext>
            </a:extLst>
          </p:cNvPr>
          <p:cNvSpPr txBox="1"/>
          <p:nvPr/>
        </p:nvSpPr>
        <p:spPr>
          <a:xfrm>
            <a:off x="316236" y="3211031"/>
            <a:ext cx="2988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Exemplos de Coprólitos</a:t>
            </a:r>
          </a:p>
          <a:p>
            <a:endParaRPr lang="pt-BR" sz="700" dirty="0"/>
          </a:p>
        </p:txBody>
      </p:sp>
      <p:pic>
        <p:nvPicPr>
          <p:cNvPr id="9" name="Imagem 8" descr="Árvore de natal&#10;&#10;Descrição gerada automaticamente com confiança baixa">
            <a:extLst>
              <a:ext uri="{FF2B5EF4-FFF2-40B4-BE49-F238E27FC236}">
                <a16:creationId xmlns:a16="http://schemas.microsoft.com/office/drawing/2014/main" id="{ADB2ED8B-4951-779B-CE09-A1234734B0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074" t="29929" r="27153" b="11306"/>
          <a:stretch>
            <a:fillRect/>
          </a:stretch>
        </p:blipFill>
        <p:spPr>
          <a:xfrm>
            <a:off x="395905" y="5113197"/>
            <a:ext cx="1980000" cy="1789195"/>
          </a:xfrm>
          <a:prstGeom prst="rect">
            <a:avLst/>
          </a:prstGeom>
        </p:spPr>
      </p:pic>
      <p:pic>
        <p:nvPicPr>
          <p:cNvPr id="10" name="Imagem 9" descr="Foto em preto e branco&#10;&#10;Descrição gerada automaticamente com confiança média">
            <a:extLst>
              <a:ext uri="{FF2B5EF4-FFF2-40B4-BE49-F238E27FC236}">
                <a16:creationId xmlns:a16="http://schemas.microsoft.com/office/drawing/2014/main" id="{20689300-B968-D628-CC0B-AB3E9765D2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09" t="14668" r="45039" b="30023"/>
          <a:stretch>
            <a:fillRect/>
          </a:stretch>
        </p:blipFill>
        <p:spPr>
          <a:xfrm>
            <a:off x="4614670" y="5093173"/>
            <a:ext cx="2016000" cy="1784916"/>
          </a:xfrm>
          <a:prstGeom prst="rect">
            <a:avLst/>
          </a:prstGeom>
        </p:spPr>
      </p:pic>
      <p:pic>
        <p:nvPicPr>
          <p:cNvPr id="11" name="Imagem 10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373CDEFB-D2E1-FBEB-0C49-23B282C43C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169" t="24697" r="19720" b="2957"/>
          <a:stretch>
            <a:fillRect/>
          </a:stretch>
        </p:blipFill>
        <p:spPr>
          <a:xfrm>
            <a:off x="2646357" y="5137499"/>
            <a:ext cx="1800000" cy="174059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E781CEA-4EF0-A56A-615D-05A54B3594B4}"/>
              </a:ext>
            </a:extLst>
          </p:cNvPr>
          <p:cNvSpPr txBox="1"/>
          <p:nvPr/>
        </p:nvSpPr>
        <p:spPr>
          <a:xfrm>
            <a:off x="308816" y="6940729"/>
            <a:ext cx="61338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Algumas estruturas microscópicas encontradas em fezes e coprólitos. Da esquerda para a direita: ovo de helminto, larva e grão de pólen.</a:t>
            </a:r>
          </a:p>
        </p:txBody>
      </p:sp>
    </p:spTree>
    <p:extLst>
      <p:ext uri="{BB962C8B-B14F-4D97-AF65-F5344CB8AC3E}">
        <p14:creationId xmlns:p14="http://schemas.microsoft.com/office/powerpoint/2010/main" val="207311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0163E7-22B5-0D8D-B2CE-B7AD720B7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923328"/>
            <a:ext cx="5915025" cy="77357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r>
              <a:rPr lang="pt-BR" sz="1200" dirty="0"/>
              <a:t>Seu trabalho representou um grande divisor de águas para a região e ao longo dos anos, mais de mil sítios arqueológicos foram mapeados, indicando uma das maiores concentrações de sítios pré-históricos do mundo por quilômetro quadrado. Suas pesquisas forneceram base para a criação do Parque Nacional Serra da Capivara em 1979, que atualmente é considerado Patrimônio Cultural da Humanidade pela Unesco. Ocupa 130 mil ha e está situado no SE do Estado do Piauí na região Nordeste do Brasil.</a:t>
            </a:r>
          </a:p>
          <a:p>
            <a:pPr marL="0" indent="0" algn="just">
              <a:buNone/>
            </a:pPr>
            <a:r>
              <a:rPr lang="pt-BR" sz="1200" dirty="0" err="1"/>
              <a:t>Niède</a:t>
            </a:r>
            <a:r>
              <a:rPr lang="pt-BR" sz="1200" dirty="0"/>
              <a:t> revolucionou a Ciência ao encontrar no Nordeste, vestígios do homem pré-histórico mais antigos de que se tinha notícia, contrariando especialistas que diziam não haver indícios da presença humana na região. Com suas descobertas, seguiu na contramão da corrente tradicional sobre a chegada da espécie humana às Américas, sugerindo uma hipótese alternativa à da entrada pelo Estreito de Bering.</a:t>
            </a:r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r>
              <a:rPr lang="pt-BR" sz="1200" dirty="0"/>
              <a:t>Porém, não foi apenas por essa contribuição que </a:t>
            </a:r>
            <a:r>
              <a:rPr lang="pt-BR" sz="1200" dirty="0" err="1"/>
              <a:t>Niède</a:t>
            </a:r>
            <a:r>
              <a:rPr lang="pt-BR" sz="1200" dirty="0"/>
              <a:t> fez história, mas por toda a sua trajetória fantástica de coragem e entusiasmo que deixou um incrível legado não só do ponto de vista científico, mas também social, cultural e econômico, ao compreender que a melhor forma de proteger o rico patrimônio natural e histórico, era por meio do desenvolvimento sócio- econômico da região. E assim o fez, profissionalizando os habitantes e mobilizando toda a comunidade local em torno da valorização dessa rica herança histórica e cultural. </a:t>
            </a:r>
          </a:p>
          <a:p>
            <a:pPr marL="0" indent="0" algn="just">
              <a:buNone/>
            </a:pPr>
            <a:r>
              <a:rPr lang="pt-BR" sz="1200" dirty="0"/>
              <a:t>Responsável pela criação da Fundação Museu do Homem Americano – </a:t>
            </a:r>
            <a:r>
              <a:rPr lang="pt-BR" sz="1200" dirty="0" err="1"/>
              <a:t>Fumdham</a:t>
            </a:r>
            <a:r>
              <a:rPr lang="pt-BR" sz="1200" dirty="0"/>
              <a:t> cujo o objetivo é garantir a preservação do patrimônio cultural e natural do Parque Nacional Serra da Capivara. Uma entidade civil, sem fins lucrativos, declarada de interesse público pelo governo brasileiro, que realiza atividades científicas interdisciplinares, culturais e sociais. Abriga o Museu do Homem Americano, que divulga a importância do patrimônio Cultural deixado pelos povos pré-históricos na região e o Museu da Natureza que mostra a criação do universo e os impactos climáticos nas constantes transformações da fauna e da flora.</a:t>
            </a:r>
          </a:p>
          <a:p>
            <a:pPr marL="0" indent="0" algn="just">
              <a:buNone/>
            </a:pPr>
            <a:r>
              <a:rPr lang="pt-BR" sz="1200" dirty="0"/>
              <a:t> Veja o vídeo em que </a:t>
            </a:r>
            <a:r>
              <a:rPr lang="pt-BR" sz="1200" dirty="0" err="1"/>
              <a:t>Niède</a:t>
            </a:r>
            <a:r>
              <a:rPr lang="pt-BR" sz="1200" dirty="0"/>
              <a:t> conta um pouco de sua história com a arte rupestre no Piauí e a reviravolta que seu trabalho proporcionou na Ciência e na comunidade </a:t>
            </a:r>
            <a:r>
              <a:rPr lang="pt-BR" sz="1200" dirty="0" err="1"/>
              <a:t>local:</a:t>
            </a:r>
            <a:r>
              <a:rPr lang="pt-BR" sz="1200" dirty="0" err="1">
                <a:hlinkClick r:id="rId2"/>
              </a:rPr>
              <a:t>https</a:t>
            </a:r>
            <a:r>
              <a:rPr lang="pt-BR" sz="1200" dirty="0">
                <a:hlinkClick r:id="rId2"/>
              </a:rPr>
              <a:t>://youtu.be/--4En5z8Xh8?si=ozoB3hvPL_CsJ-pE</a:t>
            </a:r>
            <a:endParaRPr lang="pt-BR" sz="1200" dirty="0"/>
          </a:p>
        </p:txBody>
      </p:sp>
      <p:pic>
        <p:nvPicPr>
          <p:cNvPr id="6" name="Imagem 5" descr="Niéde Guidon: Legado e Contribuições ao Piauí — Universidade Federal do  Delta do Parnaíba UFDPar">
            <a:extLst>
              <a:ext uri="{FF2B5EF4-FFF2-40B4-BE49-F238E27FC236}">
                <a16:creationId xmlns:a16="http://schemas.microsoft.com/office/drawing/2014/main" id="{20BBD995-255F-E065-DCAA-77487F97C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00" y="200297"/>
            <a:ext cx="3960000" cy="2640000"/>
          </a:xfrm>
          <a:prstGeom prst="rect">
            <a:avLst/>
          </a:prstGeom>
        </p:spPr>
      </p:pic>
      <p:pic>
        <p:nvPicPr>
          <p:cNvPr id="7" name="Imagem 6" descr="Divulga Cientista – Niède Guidon e suas importantes descobertas  arqueológicas no Brasil. – Ciência em Revista">
            <a:extLst>
              <a:ext uri="{FF2B5EF4-FFF2-40B4-BE49-F238E27FC236}">
                <a16:creationId xmlns:a16="http://schemas.microsoft.com/office/drawing/2014/main" id="{3D6BD892-9BA6-D31D-A8EB-2DDC595FF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000" y="5502093"/>
            <a:ext cx="3672000" cy="24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2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1201</Words>
  <Application>Microsoft Office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rawline</vt:lpstr>
      <vt:lpstr>Tema do Office</vt:lpstr>
      <vt:lpstr>Apresentação do PowerPoint</vt:lpstr>
      <vt:lpstr>Apresentação do PowerPoint</vt:lpstr>
      <vt:lpstr>Para acrescentar no QR Code: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RENATA MAIA RIBEIRO DE BARROS BRAGA</dc:creator>
  <cp:lastModifiedBy>RENATA MAIA RIBEIRO DE BARROS BRAGA</cp:lastModifiedBy>
  <cp:revision>1</cp:revision>
  <dcterms:created xsi:type="dcterms:W3CDTF">2026-06-11T18:59:37Z</dcterms:created>
  <dcterms:modified xsi:type="dcterms:W3CDTF">2026-06-17T14:48:43Z</dcterms:modified>
</cp:coreProperties>
</file>