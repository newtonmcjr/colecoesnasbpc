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68" r:id="rId3"/>
    <p:sldId id="269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440BD3-3A43-4C1E-BA44-69892A9D71A2}" v="1" dt="2026-07-03T14:14:34.6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bara Dias" userId="ba0cd939eb02abdc" providerId="LiveId" clId="{BEE9F3B6-DBB9-4C3D-94FC-6FE192C6A615}"/>
    <pc:docChg chg="addSld delSld modSld">
      <pc:chgData name="Barbara Dias" userId="ba0cd939eb02abdc" providerId="LiveId" clId="{BEE9F3B6-DBB9-4C3D-94FC-6FE192C6A615}" dt="2026-07-03T14:21:49.542" v="22" actId="47"/>
      <pc:docMkLst>
        <pc:docMk/>
      </pc:docMkLst>
      <pc:sldChg chg="modSp mod">
        <pc:chgData name="Barbara Dias" userId="ba0cd939eb02abdc" providerId="LiveId" clId="{BEE9F3B6-DBB9-4C3D-94FC-6FE192C6A615}" dt="2026-07-03T14:20:28.556" v="6" actId="6549"/>
        <pc:sldMkLst>
          <pc:docMk/>
          <pc:sldMk cId="1887582035" sldId="269"/>
        </pc:sldMkLst>
        <pc:spChg chg="mod">
          <ac:chgData name="Barbara Dias" userId="ba0cd939eb02abdc" providerId="LiveId" clId="{BEE9F3B6-DBB9-4C3D-94FC-6FE192C6A615}" dt="2026-07-03T14:20:28.556" v="6" actId="6549"/>
          <ac:spMkLst>
            <pc:docMk/>
            <pc:sldMk cId="1887582035" sldId="269"/>
            <ac:spMk id="5" creationId="{F8E398E3-3466-4D25-B654-C64AC9362440}"/>
          </ac:spMkLst>
        </pc:spChg>
      </pc:sldChg>
      <pc:sldChg chg="addSp modSp new del mod">
        <pc:chgData name="Barbara Dias" userId="ba0cd939eb02abdc" providerId="LiveId" clId="{BEE9F3B6-DBB9-4C3D-94FC-6FE192C6A615}" dt="2026-07-03T14:21:49.542" v="22" actId="47"/>
        <pc:sldMkLst>
          <pc:docMk/>
          <pc:sldMk cId="2126391633" sldId="270"/>
        </pc:sldMkLst>
        <pc:spChg chg="add mod">
          <ac:chgData name="Barbara Dias" userId="ba0cd939eb02abdc" providerId="LiveId" clId="{BEE9F3B6-DBB9-4C3D-94FC-6FE192C6A615}" dt="2026-07-03T14:20:57.127" v="11" actId="1076"/>
          <ac:spMkLst>
            <pc:docMk/>
            <pc:sldMk cId="2126391633" sldId="270"/>
            <ac:spMk id="3" creationId="{B8DBF469-A0F2-EB6B-6023-E5E071A811D4}"/>
          </ac:spMkLst>
        </pc:spChg>
      </pc:sldChg>
      <pc:sldChg chg="addSp modSp new del mod">
        <pc:chgData name="Barbara Dias" userId="ba0cd939eb02abdc" providerId="LiveId" clId="{BEE9F3B6-DBB9-4C3D-94FC-6FE192C6A615}" dt="2026-07-03T14:21:48.449" v="21" actId="47"/>
        <pc:sldMkLst>
          <pc:docMk/>
          <pc:sldMk cId="3539518529" sldId="271"/>
        </pc:sldMkLst>
        <pc:spChg chg="add mod">
          <ac:chgData name="Barbara Dias" userId="ba0cd939eb02abdc" providerId="LiveId" clId="{BEE9F3B6-DBB9-4C3D-94FC-6FE192C6A615}" dt="2026-07-03T14:21:36.787" v="20" actId="6549"/>
          <ac:spMkLst>
            <pc:docMk/>
            <pc:sldMk cId="3539518529" sldId="271"/>
            <ac:spMk id="3" creationId="{333AAD3E-BACD-233F-71ED-0B037A23FB0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0E7B31-23B7-4522-BD5B-04841DCCA92E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6349B5-1EE4-48FD-B115-40977D9B59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4680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349B5-1EE4-48FD-B115-40977D9B596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6206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BA18A8-9B15-8F3B-8017-38126EBCD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086F38-00FC-4E72-6D96-47CF02515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045BA8-F6A6-A487-A26A-B55A01483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20293-8778-4030-9FFC-63103C3B3C63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AB65AB-0F68-EA9A-FFB9-3911EEB34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E806A99-58E0-D9B6-FF04-FE69DB86C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F72B-703D-47C3-BAA4-6F8BE0542E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880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49FD1B-EF4E-08D9-E9D2-1F6E717C4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FB7764-2892-B060-854A-A89746901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36F38D-E9D7-D3CC-2DA8-0D47CAF62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20293-8778-4030-9FFC-63103C3B3C63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4D806B-16B3-5640-6D2E-BD31D9E03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DA159E-7274-F71E-99AE-F9B93E2FC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F72B-703D-47C3-BAA4-6F8BE0542E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1009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5EA9A8-7FA3-FE7B-759D-4EF50B9DD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6488075-5C64-E36C-4A4C-C9FB71A4D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D721D0-6DC7-D3EF-7F53-3EAA58B54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20293-8778-4030-9FFC-63103C3B3C63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D51EDF-AEF2-5634-7592-25A2B8CCB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04F8BE-5DCF-0201-5D56-199ACB382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F72B-703D-47C3-BAA4-6F8BE0542E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1465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F52050-1C33-019D-95D3-4B273F1E8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EA24E5-CA23-ACD2-D932-DBDB9AD78E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B073A32-F208-4F26-9826-1BA596930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EC9B4BE-6E78-8374-8490-9286A4238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20293-8778-4030-9FFC-63103C3B3C63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1B598DF-EBFD-1177-B787-02859353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A67D042-0796-86B6-0CB7-F7729B36A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F72B-703D-47C3-BAA4-6F8BE0542E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1586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67EACA-6F56-6C1A-C194-A8555E38A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2149D76-E5EF-E631-C14F-783FFF203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A042885-1A35-C95F-E181-DCFB92552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90B4AF7-C447-A224-693B-5D2807E732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F9C2EB7-603A-6B18-4653-04668627B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B87D387-7D7B-A9D8-D129-B3F121338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20293-8778-4030-9FFC-63103C3B3C63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7234CFE-EDE5-7289-C5C7-394793839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4E004E5-3CC2-5D6A-94BE-3069D5954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F72B-703D-47C3-BAA4-6F8BE0542E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1059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DA5CE4-AB9B-C0CD-F452-F16CE7108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DB9F22D-26DA-FEF2-11A4-DB84C444B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20293-8778-4030-9FFC-63103C3B3C63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AF20894-9568-6116-8BD4-8D1CBD47F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8CEDE9A-3BE5-5848-1103-6D9FB9FF9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F72B-703D-47C3-BAA4-6F8BE0542E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2659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A3C72A6-6569-BA4E-7896-755198B92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20293-8778-4030-9FFC-63103C3B3C63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B55E708-0FFA-3E6F-572A-54D13FAAC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DF2EAEC-8AA1-9D08-D2E8-7EBDF3BB7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F72B-703D-47C3-BAA4-6F8BE0542E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3261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7E07C6-3937-6FE2-20E6-611F49DFA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40BEA9-250F-B13B-2E82-D43B3F7C3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A92B027-7E09-C604-1D01-7B682B0A13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52CB55D-77D4-3BD4-EFE7-28E822DB8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20293-8778-4030-9FFC-63103C3B3C63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A13D4F8-76CB-C9E6-A62D-E9D1FDCCF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CC0E588-6AF3-8B67-63E1-ED8195D15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F72B-703D-47C3-BAA4-6F8BE0542E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1964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673DF0-BB7A-8D6B-AF6B-2BBE06010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E8CF1A4-419A-0D71-C0FB-A4740FAC56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F20CF12-6577-AB44-B3F9-71B806B98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4A89CA2-F302-A347-1FCC-2899CB74A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20293-8778-4030-9FFC-63103C3B3C63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E7FEC37-3ACC-6447-0C32-2607A9D98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1E6BF5-0D81-1486-0B61-3AE14D49A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F72B-703D-47C3-BAA4-6F8BE0542E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9986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E227B2-63F1-1C14-0957-AE4E048E6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CF50D0D-35CC-2D6C-425F-AD43BCE713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030B4B-01B4-6457-9E2C-F90AF4CDD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20293-8778-4030-9FFC-63103C3B3C63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1A1735-7FF7-33D2-14A1-D1F239AA0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0CC2B8-EB35-7500-82DD-C4F3BE774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F72B-703D-47C3-BAA4-6F8BE0542E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1395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685AB8D-2309-7168-7837-89F575CFFA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153CC68-9AF6-7829-B750-7EDC275D37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AE911E3-1F37-5E90-9C41-75BCADBBD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20293-8778-4030-9FFC-63103C3B3C63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EF9885-302F-40D9-0D4F-23358966E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908B77-BBF7-66D4-1BB1-D14809E03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F72B-703D-47C3-BAA4-6F8BE0542E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8420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EDC4A4F-1120-E356-372A-A964B3910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E056E0-3DCE-6B38-2CAF-B5DCDE4AF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F080F0-3639-1887-D95C-02FFC23138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C20293-8778-4030-9FFC-63103C3B3C63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F1DDAD-3E22-2313-7DD6-0891F1F2DF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554CB1-C764-74C2-5A46-AF0C6A8805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EFF72B-703D-47C3-BAA4-6F8BE0542E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1136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3CE564E6-6C30-A592-FEC2-BC8A7824DA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3690" r="15433"/>
          <a:stretch>
            <a:fillRect/>
          </a:stretch>
        </p:blipFill>
        <p:spPr>
          <a:xfrm>
            <a:off x="470066" y="438149"/>
            <a:ext cx="2673184" cy="3289723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56D37C6E-8E10-B251-82F1-C49F4C9984D1}"/>
              </a:ext>
            </a:extLst>
          </p:cNvPr>
          <p:cNvSpPr txBox="1"/>
          <p:nvPr/>
        </p:nvSpPr>
        <p:spPr>
          <a:xfrm>
            <a:off x="347412" y="3979139"/>
            <a:ext cx="1152374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Nome completo: Ma. Danielle Cerri do Nascimento</a:t>
            </a:r>
            <a:br>
              <a:rPr lang="pt-BR" sz="1800" dirty="0"/>
            </a:br>
            <a:r>
              <a:rPr lang="pt-BR" sz="1800" dirty="0"/>
              <a:t>Área de atuação: Entomóloga</a:t>
            </a:r>
            <a:br>
              <a:rPr lang="pt-BR" sz="1800" dirty="0"/>
            </a:br>
            <a:r>
              <a:rPr lang="pt-BR" sz="1800" dirty="0"/>
              <a:t>Período de atuação: 1997-2015</a:t>
            </a:r>
          </a:p>
          <a:p>
            <a:br>
              <a:rPr lang="pt-BR" sz="1800" dirty="0"/>
            </a:br>
            <a:r>
              <a:rPr lang="pt-BR" sz="1800" dirty="0"/>
              <a:t>Frase de destaque (da própria pessoa ou inspirada em sua trajetória):</a:t>
            </a:r>
          </a:p>
          <a:p>
            <a:r>
              <a:rPr lang="pt-BR" dirty="0"/>
              <a:t>Cuidar de uma coleção biológica é cuidar da história, da biodiversidade e das próximas gerações de pesquisadores.</a:t>
            </a:r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2939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DC62D71-2324-A3A2-C25B-4D972FED071A}"/>
              </a:ext>
            </a:extLst>
          </p:cNvPr>
          <p:cNvSpPr txBox="1"/>
          <p:nvPr/>
        </p:nvSpPr>
        <p:spPr>
          <a:xfrm>
            <a:off x="191386" y="125636"/>
            <a:ext cx="11812772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/>
              <a:t>1. QUEM É?</a:t>
            </a:r>
          </a:p>
          <a:p>
            <a:pPr algn="just"/>
            <a:r>
              <a:rPr lang="pt-BR" dirty="0"/>
              <a:t>Danielle Cerri do Nascimento é entomóloga e museóloga. Ingressou na Fiocruz em 1989, onde cursou o ensino médio na Escola Politécnica de Saúde Joaquim Venâncio. Fez Especialização em Entomologia Médica no Instituto Oswaldo Cruz e Mestrado em Museologia e Patrimônio na Universidade Federal do Estado do Rio de Janeiro. Atuou por quase duas décadas na Coleção Entomológica do Instituto Oswaldo Cruz, com ações ligadas à curadoria, preservação do patrimônio e divulgação e popularização da ciência. Regressou à Escola Politécnica, onde atualmente trabalha. 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2. SUA CONTRIBUIÇÃO PARA AS COLEÇÕES BIOLÓGICAS</a:t>
            </a:r>
          </a:p>
          <a:p>
            <a:pPr algn="just"/>
            <a:r>
              <a:rPr lang="pt-BR" dirty="0"/>
              <a:t>Atuou como assistente de curadoria na Coleção Entomológica do Instituto Oswaldo Cruz. Entre suas principais atividades estão a implantação do sistema de gestão da qualidade, a elaboração de procedimentos de curadoria, ações de biossegurança e conservação preventiva, além do monitoramento ambiental do acervo. Também atuou no levantamento e organização de espécimes-tipo, na recuperação de coleções históricas afetadas pelo episódio conhecido como “Massacre de Manguinhos” e na preservação de acervos de grande valor científico e histórico, como as coleções Adolpho Lutz e Costa Lima.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3. POR QUE SUA TRAJETÓRIA É IMPORTANTE?</a:t>
            </a:r>
          </a:p>
          <a:p>
            <a:pPr algn="just"/>
            <a:r>
              <a:rPr lang="pt-BR" dirty="0"/>
              <a:t>Ao atuar na preservação da maior e mais antiga coleção científica, Danielle Cerri teve grande dedicação aos cuidados de um acervo prejudicado pelo “Massacre de Manguinhos”. Fez inventários e organizou diversos grupos taxonômicos, foi fundamental no planejamento e execução da mudança da Coleção Entomológica para as novas salas de guarda entre 2008 e 2009 e na montagem da Sala de Exposições Costa Lima. Entusiasta da divulgação e popularização da ciência, atuou na organização de diversas atividades e eventos. Sua contribuição foi importante para a preservação da própria história da ciência brasileira, transformando acervos em conhecimento, memória e inspiração para futuras gerações.</a:t>
            </a:r>
          </a:p>
        </p:txBody>
      </p:sp>
    </p:spTree>
    <p:extLst>
      <p:ext uri="{BB962C8B-B14F-4D97-AF65-F5344CB8AC3E}">
        <p14:creationId xmlns:p14="http://schemas.microsoft.com/office/powerpoint/2010/main" val="2835522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F8E398E3-3466-4D25-B654-C64AC9362440}"/>
              </a:ext>
            </a:extLst>
          </p:cNvPr>
          <p:cNvSpPr txBox="1"/>
          <p:nvPr/>
        </p:nvSpPr>
        <p:spPr>
          <a:xfrm>
            <a:off x="193343" y="333550"/>
            <a:ext cx="1180531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/>
              <a:t>4. CONTRIBUIÇÕES E LEGADO</a:t>
            </a:r>
          </a:p>
          <a:p>
            <a:pPr algn="just"/>
            <a:r>
              <a:rPr lang="pt-BR" dirty="0"/>
              <a:t>– Contribuiu para a organização, conservação e modernização de um dos maiores acervos entomológicos da América Latina, a Coleção Entomológica do Instituto Oswaldo Cruz (CEIOC);</a:t>
            </a:r>
          </a:p>
          <a:p>
            <a:pPr algn="just"/>
            <a:r>
              <a:rPr lang="pt-BR" dirty="0"/>
              <a:t>– Participou do </a:t>
            </a:r>
            <a:r>
              <a:rPr lang="pt-BR" i="1" dirty="0"/>
              <a:t>Censo</a:t>
            </a:r>
            <a:r>
              <a:rPr lang="pt-BR" dirty="0"/>
              <a:t> da CEIOC após o “Massacre de Manguinhos”, auxiliando na reorganização, catalogação e informatização de centenas de milhares de espécimes do acervo;</a:t>
            </a:r>
          </a:p>
          <a:p>
            <a:pPr algn="just"/>
            <a:r>
              <a:rPr lang="pt-BR" dirty="0"/>
              <a:t>– Desenvolveu ações de preservação e valorização de coleções históricas, com destaque para os acervos de Adolpho Lutz e Costa Lima e para o resgate da memória científica da instituição; </a:t>
            </a:r>
          </a:p>
          <a:p>
            <a:pPr algn="just"/>
            <a:r>
              <a:rPr lang="pt-BR" dirty="0"/>
              <a:t>– Liderou iniciativas de gestão da qualidade, biossegurança e gestão ambiental;</a:t>
            </a:r>
          </a:p>
          <a:p>
            <a:pPr algn="just"/>
            <a:r>
              <a:rPr lang="pt-BR" dirty="0"/>
              <a:t>– Entre 2008 e 2009, teve atuação fundamental na mudança da coleção para as novas instalações e na montagem da exposição na Sala Costa Lima;</a:t>
            </a:r>
          </a:p>
          <a:p>
            <a:pPr algn="just"/>
            <a:r>
              <a:rPr lang="pt-BR" dirty="0"/>
              <a:t>– Promoveu a divulgação científica por meio de exposições, oficinas e atividades educativas, aproximando a sociedade das coleções biológicas e da biodiversidade brasileira.</a:t>
            </a:r>
          </a:p>
          <a:p>
            <a:pPr algn="just" defTabSz="179388"/>
            <a:endParaRPr lang="pt-BR" dirty="0">
              <a:solidFill>
                <a:srgbClr val="FF0000"/>
              </a:solidFill>
            </a:endParaRPr>
          </a:p>
          <a:p>
            <a:pPr algn="just" defTabSz="179388"/>
            <a:r>
              <a:rPr lang="pt-BR" dirty="0"/>
              <a:t>5. POR QUE ELA INSPIRA?</a:t>
            </a:r>
          </a:p>
          <a:p>
            <a:pPr algn="just" defTabSz="179388"/>
            <a:r>
              <a:rPr lang="pt-BR" dirty="0"/>
              <a:t>A dedicação e o cuidado com a preservação da Coleção Entomológica do Instituto Oswaldo Cruz e o entusiasmo na divulgação da sua importância para a ciência compõem o legado de Danielle Cerri para as coleções biológicas da Fiocruz. </a:t>
            </a:r>
          </a:p>
          <a:p>
            <a:pPr algn="just" defTabSz="179388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75820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579</Words>
  <Application>Microsoft Office PowerPoint</Application>
  <PresentationFormat>Widescreen</PresentationFormat>
  <Paragraphs>22</Paragraphs>
  <Slides>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Renato Tavares Martins</dc:creator>
  <cp:lastModifiedBy>Barbara Cristina Euzebio Pereira Dias de Oliveira</cp:lastModifiedBy>
  <cp:revision>3</cp:revision>
  <dcterms:created xsi:type="dcterms:W3CDTF">2026-06-17T18:12:01Z</dcterms:created>
  <dcterms:modified xsi:type="dcterms:W3CDTF">2026-07-03T14:21:58Z</dcterms:modified>
</cp:coreProperties>
</file>